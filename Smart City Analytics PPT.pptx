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0693400" cy="6108700"/>
  <p:notesSz cx="10693400" cy="61087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1893697"/>
            <a:ext cx="9089390" cy="128282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3420872"/>
            <a:ext cx="7485380" cy="152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670" y="1405001"/>
            <a:ext cx="4651629" cy="40317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7101" y="1405001"/>
            <a:ext cx="4651629" cy="40317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670" y="244348"/>
            <a:ext cx="9624060" cy="9773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405001"/>
            <a:ext cx="9624060" cy="40317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35756" y="5681091"/>
            <a:ext cx="3421888" cy="305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670" y="5681091"/>
            <a:ext cx="2459482" cy="305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699248" y="5681091"/>
            <a:ext cx="2459482" cy="305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489" y="190500"/>
            <a:ext cx="10304424" cy="5727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190795"/>
            <a:ext cx="10312400" cy="572710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190513"/>
            <a:ext cx="10312400" cy="57149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632" y="190500"/>
            <a:ext cx="10310139" cy="568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193476"/>
            <a:ext cx="10312400" cy="56836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193310"/>
            <a:ext cx="10312400" cy="572207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192313"/>
            <a:ext cx="10312400" cy="57240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2026-04-18T07:29:27Z</dcterms:created>
  <dcterms:modified xsi:type="dcterms:W3CDTF">2026-04-18T07:29:27Z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2026-04-18T00:00:00Z</vt:filetime>
  </property>
  <property fmtid="{D5CDD505-2E9C-101B-9397-08002B2CF9AE}" pid="3" name="LastSaved">
    <vt:filetime>2026-04-18T00:00:00Z</vt:filetime>
  </property>
  <property fmtid="{D5CDD505-2E9C-101B-9397-08002B2CF9AE}" pid="4" name="Producer">
    <vt:lpwstr>3-Heights(TM) PDF Security Shell 4.8.25.2 (http://www.pdf-tools.com)</vt:lpwstr>
  </property>
</Properties>
</file>